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768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6B7682"/>
                </a:solidFill>
                <a:latin typeface="Arial"/>
              </a:rPr>
              <a:t>Grouped, time-aware CV (5 repeats)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PR-AUC (CV mean)</c:v>
                </c:pt>
              </c:strCache>
            </c:strRef>
          </c:tx>
          <c:spPr>
            <a:solidFill>
              <a:srgbClr val="1B243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Age only</c:v>
                  </c:pt>
                  <c:pt idx="1">
                    <c:v>Health-index rule</c:v>
                  </c:pt>
                  <c:pt idx="2">
                    <c:v>LR + median (chosen)</c:v>
                  </c:pt>
                  <c:pt idx="3">
                    <c:v>LR + missing flags</c:v>
                  </c:pt>
                  <c:pt idx="4">
                    <c:v>Boosting, native NaN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0.105</c:v>
                </c:pt>
                <c:pt idx="1">
                  <c:v>0.06</c:v>
                </c:pt>
                <c:pt idx="2">
                  <c:v>0.082</c:v>
                </c:pt>
                <c:pt idx="3">
                  <c:v>0.079</c:v>
                </c:pt>
                <c:pt idx="4">
                  <c:v>0.072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5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768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6B7682"/>
                </a:solidFill>
                <a:latin typeface="Arial"/>
              </a:rPr>
              <a:t>Fleet risk removed at a 5M budget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Fleet risk removed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Our plan: 7 replacements</c:v>
                  </c:pt>
                  <c:pt idx="1">
                    <c:v>Replace oldest: 15 units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20.9</c:v>
                </c:pt>
                <c:pt idx="1">
                  <c:v>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55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a utility can afford to fix only a few transformers a year. We predict each one's chance of failing in the next 12 months, weigh it by who loses power, and choose replace/inspect actions within the budget, with a reason for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rarity: 138 positive rows out of 3,200 labelled snapshot rows. That shapes every modelling choice: PR-AUC not accuracy, simple models, repeated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six map one-to-one to the capabilities table in the HCL guide (section 2.1).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raw → cleaned → business-ready. Re-runnable: silver and gold are rebuilt in full, two runs give identical tables. Gold written in one transaction (tables created empty first: pandas' CREATE TABLE escapes the transaction).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Gas, load and temperature are non-additive measures (average or max, never sum). is_failure is additive (sum = number of failures).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detail if asked: build_features() reads the silver tables, not fact_oil_test / fact_operation, so training and the API compute features identically on fresh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quarterly: oil tests come every 6–12 months, so monthly rows would be near-duplicates and yearly would give too few rows. One shared function, build_features(), is used for training and the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filling and scaling sit inside a scikit-learn Pipeline, fitted on training rows only (HCL Annex A). class_weight='balanced' for rare failures; calibration repairs the distorted probabilities. Every configuration logged to reports/experiments.csv.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HCL: 'a complex model must earn its place'. Say it plainly. The held-out set has only 9 failures, so its numbers are very noisy.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Costs are our assumptions (the panel told us to assume them): replace 150k/350k/700k, inspect 10k/15k/25k by size; budget 5M. Inspection is ~23x cheaper, so a fixed % value would inspect everything; tying it to uncertainty sends inspections where they tell us something.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'did you act on feedback?'. Demo it live on UI screen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 output: reports/validation_output.txt: 5 duplicate assets removed, 6 duplicate rows, 3 ppb tests converted, 282 gaps left NULL, 9/9 checks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order: 1 → 2 (a tested unit, then an untested one) → 3 (5M, then 4M) → 4 (rehearsal file) → 5. Reset on screen 4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commit was made by a team member by hand. The written team contract (docs/team/SHARED_CONTRACT.md) is what every AI session followed.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was in the HCL stack; the panel confirmed it is optional, so we removed it and pinned exact versions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 are set-based SQL with window functions: cost grows linearly with transformers × quarters, and the same SQL runs inside Postgres.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1 and 2: they answer the honest model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any row: state what we chose, what we rejected, and the one-line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ideas: leakage-safe grain, honest uncertainty, human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60120"/>
            <a:ext cx="822960" cy="82296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960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6202B"/>
                </a:solidFill>
              </a:rPr>
              <a:t>⚡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Fleet Health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Replacement Planning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31520" y="3794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transformers to replace or inspect within the budget, and why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Rayquaza  ·  HCLTech Future Ready AI Engineer Hackathon  ·  Data Science &amp; ML edition  ·  11 Oct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utility can afford to fix only a few transformers a year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58521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power transformers. A failure can cut power to a hospital or a village and costs far more than a planned replacement.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tests (gases dissolved in the oil) are the best health signal, but many units have never been tested.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are rare, so a model that says "nothing fails" looks accurate and is useless.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4160520"/>
            <a:ext cx="5852160" cy="2011680"/>
          </a:xfrm>
          <a:prstGeom prst="roundRect">
            <a:avLst>
              <a:gd name="adj" fmla="val 363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885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and decision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672584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asset-planning engineer. With this year's budget: which transformers to replace, which to inspect, which to leave, backed by probabilities they can trust and a reason for every choice.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49440" y="150876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78040" y="15087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281160" y="15087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in the fleet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949440" y="310896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31089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281160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oil-tested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949440" y="470916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47091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9281160" y="47091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snapshots fail within 12 months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system delivers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comes from code; every recommendation has a reason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367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probability + range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020824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"TR-0102: 19% chance of failing in 12 months (likely 12–28%)". Calibrated, wider when we know less.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297680" y="1508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6367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score per field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480560" y="2020824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minus points for gas condition (IEEE C57.104 levels), gas trend, peak load and age. Blank, never "healthy", without an oil test.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46720" y="1508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6367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ranking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0" y="2020824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= probability × impact (hospital 5, industry 3, urban 2, rural 1, × customers served), with top factors per unit.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1513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plan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4535424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picks replace / inspect / nothing within budget, compared with "replace the oldest". Every action needs approval.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4297680" y="40233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41513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missing data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480560" y="4535424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Untested units: scored_low_confidence, wide range, inspect before any replacement.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8046720" y="40233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41513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data → new plan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0" y="4535424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 CSV (e.g. inspection results): validate → rebuild → re-score → re-plan → before/after comparison.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the medallion pipeline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cleaned → business-ready · one command rebuilds everything in ~3 s: python -m src.pipeline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21792" y="219456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CSVs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(Annex B)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221992" y="228600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00"/>
                </a:solidFill>
              </a:rPr>
              <a:t>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87168" y="16002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A9713A"/>
          </a:solidFill>
          <a:ln w="12700">
            <a:solidFill>
              <a:srgbClr val="A971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87168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560320" y="219456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as received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_ingested_at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_source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60520" y="228600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00"/>
                </a:solidFill>
              </a:rPr>
              <a:t>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5696" y="16002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7D8893"/>
          </a:solidFill>
          <a:ln w="12700">
            <a:solidFill>
              <a:srgbClr val="7D88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25696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219456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cleaned, typed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key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checks before write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99048" y="228600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00"/>
                </a:solidFill>
              </a:rPr>
              <a:t>►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64224" y="16002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B8901C"/>
          </a:solidFill>
          <a:ln w="12700">
            <a:solidFill>
              <a:srgbClr val="B890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37376" y="219456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dimensions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37576" y="228600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00"/>
                </a:solidFill>
              </a:rPr>
              <a:t>►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302752" y="16002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02752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plan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75904" y="219456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risk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976104" y="228600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A900"/>
                </a:solidFill>
              </a:rPr>
              <a:t>►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241280" y="16002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16202B"/>
          </a:solidFill>
          <a:ln w="12700">
            <a:solidFill>
              <a:srgbClr val="1620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0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+ UI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0314432" y="2194560"/>
            <a:ext cx="1545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7033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383133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= the replay tape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31520" y="4215384"/>
            <a:ext cx="3154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kept exactly as received, including what /ingest saved. A bug later is fixed and re-run without the source. Audit trail of what arrived when.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297680" y="37033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383133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= one place for quality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480560" y="4215384"/>
            <a:ext cx="3154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tidied, duplicates removed, ppb→ppm fixed, gaps left NULL. 9 HCL checks run BEFORE anything is written: bad data stops the run.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046720" y="37033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0" y="383133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= shaped for reading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29600" y="4215384"/>
            <a:ext cx="3154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with shared dimensions. fact_snapshot is the single, leakage-safe input for the model AND the API: one function builds features for both.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schema: 4 shared dimensions, 5 fact tables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dimensions: every fact can be sliced the same way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54480"/>
                <a:gridCol w="1188720"/>
                <a:gridCol w="1097280"/>
                <a:gridCol w="118872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 table  ↓   /   Dimension  →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dim_transformer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dim_date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dim_run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dim_action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Grain: one row =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fact_oil_test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transformer × one oil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fact_operation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transformer × one month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fact_snapshot  (model input)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transformer × one quarterly snapshot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scoring run × one transformer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plan × one chosen 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34340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447141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Star, not snowflake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4855464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Customer-type weight lives inside dim_transformer: one join fewer, a little repetition accepted.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297680" y="434340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47141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Surrogate keys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80560" y="4855464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transformer_key is our own stable integer: business IDs arrive messy ("tr-0045 ").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8046720" y="434340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0" y="44714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history kept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229600" y="4855464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dim_run, fact_risk and fact_plan are never wiped by a rebuild, so before/after new data can be compared.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gold table and how it is used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src/pipeline.py and src/features.py · run history written by the API and the UI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512064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columns / measures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dim_transformer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transformer_key, customer_type, customers, region, rating_class, type_weight, impact_weight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= p × impact · pricing by size · UI filters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date_key (20250101), year, quarter, month, is_snapshot_date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any fact by month /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action_key, action (replace/inspect), rating_class,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prices · fact_plan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run_id, created_at, kind, as_of, budget, model_version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runs before / after new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fact_oil_test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gases (ppm), total combustible gas, unit_fixed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history · analysis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fact_operation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%, top-oil temperature, age, is_failure, is_repair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 history · failure counts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fact_snapshot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features + failed_next_12m (3,200 labelled, 138 positive)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model's training table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probability, 90% range, health, impact,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/predict · UI re-score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action, cost, risk before, risk removed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/plan · UI Approve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grain, and how we stop the model seeing the future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= one transformer at one quarterly snapshot date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309360" cy="914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00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before the date → the INPUTS (21 features)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0" y="1371600"/>
            <a:ext cx="822960" cy="1371600"/>
          </a:xfrm>
          <a:prstGeom prst="roundRect">
            <a:avLst>
              <a:gd name="adj" fmla="val 8889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1371600"/>
            <a:ext cx="822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Snap-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680960" y="160020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12 months → the ANSWER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9981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window functions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483864"/>
            <a:ext cx="31546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ROW_NUMBER() → the newest usable oil test before the snapshot.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LAG() → the previous test, so we know how fast gases are rising.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repair resets the pattern: tests count from the month after it.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297680" y="297180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309981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are NULL, not 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80560" y="3483864"/>
            <a:ext cx="31546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Quarters after 2025-10-01 don't have 12 months of future in the data yet. Treating "not seen yet" as "did not fail" would quietly corrupt training.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46720" y="297180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30998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 test, proven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0" y="3483864"/>
            <a:ext cx="32004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random rows recomputed in plain pandas from data before the snapshot only: they match. We planted a leak on purpose (tests 3 months in the future): the test failed. Reverted → passes.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model is trained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src/model.py · scikit-learn only · seed 42 everywhere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73352"/>
            <a:ext cx="411480" cy="4114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73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16733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= last 2 labelled quarters × 20% of transformers (160 rows, 9 failures), used ONCE.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55848" y="15087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673352"/>
            <a:ext cx="411480" cy="4114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1673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41648" y="16733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38728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Baselines: age only, health-index rule. Models: LR + median, LR + missing flags, boosting with native NaN.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15087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45936" y="1673352"/>
            <a:ext cx="411480" cy="4114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5936" y="1673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48856" y="16733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45936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by transformer AND time-aware (train on earlier quarters), 5 repeats → mean and range.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970264" y="15087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53144" y="1673352"/>
            <a:ext cx="411480" cy="4114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53144" y="1673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56064" y="167335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53144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 within the noise of the best → logistic regression + median fill.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4050792"/>
            <a:ext cx="411480" cy="4114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40507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31520" y="4572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Platt (sigmoid): Brier 0.18 → 0.053. Isotonic rejected: overfits ~40 failures.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355848" y="38862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38728" y="4050792"/>
            <a:ext cx="411480" cy="4114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8728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041648" y="40507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3538728" y="4572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bootstrap copies → 90% range. Untested units get a wider range (0.12 vs 0.07).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63056" y="38862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5936" y="4050792"/>
            <a:ext cx="411480" cy="4114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45936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48856" y="40507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345936" y="4572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drivers per unit; permutation importance globally (age leads).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8970264" y="38862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53144" y="4050792"/>
            <a:ext cx="411480" cy="4114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53144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56064" y="40507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+ serve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153144" y="4572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models/model.joblib + model card; score() → probability, range, status, health, drivers.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Results, stated honestly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PR-AUC: are real failures near the top of the list? (guessing = 0.043)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7150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Held-out, used once (9 failures): model 0.104 · age only 0.152 · health rule 0.356. All intervals overlap.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949440" y="1417320"/>
            <a:ext cx="4663440" cy="1828800"/>
          </a:xfrm>
          <a:prstGeom prst="roundRect">
            <a:avLst>
              <a:gd name="adj" fmla="val 4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0" y="154533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works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132320" y="1929384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score 0.182 → 0.053 after Platt scaling: a predicted 20% now means about 20%, which the risk formula needs.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949440" y="3429000"/>
            <a:ext cx="4663440" cy="2834640"/>
          </a:xfrm>
          <a:prstGeom prst="roundRect">
            <a:avLst>
              <a:gd name="adj" fmla="val 2581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32320" y="35570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verdict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32320" y="3941064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our synthetic data the model does NOT beat age alone: failures there are driven mostly by age and the gas signal is faint. We keep it because an inspection result must be able to change a unit's risk, and age-only would ignore it. A 4-input version (age + gas/trend/load points) scored 0.117 and beat age-only: our next step.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prediction to decision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= calibrated probability × impact, then a knapsack within the budget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910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unit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975104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12,000 customers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5 × 12,000 = 60,000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→ risk 11,400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15910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unit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1975104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customers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1 × 2,000 = 2,000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→ risk 500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154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 unit comes first, even though the rural one is more likely to fail.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3703320"/>
            <a:ext cx="5760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removes risk: (p − 1%) ×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reveals hidden risk: (p_high − p) × impact: most valuable where we know least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replace blind: no recent oil test → inspect only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(dynamic programming): ≤ 1 action per unit, cost ≤ budget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 is a proposal: an engineer approves it</a:t>
            </a:r>
            <a:endParaRPr lang="en-US" sz="14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583680" y="1417320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/>
          <p:nvPr/>
        </p:nvSpPr>
        <p:spPr>
          <a:xfrm>
            <a:off x="6583680" y="51206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226 inspections covering 377,943 of hidden risk, shown separately, never added. Held-out budget test: 10.0% vs 2.3%; acted on 4 real failures vs 2.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feedback, and what we built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"If an inspection shows it is worse than predicted, its risk should go up."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1371600" cy="13716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08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121408" y="2011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A900"/>
                </a:solidFill>
              </a:rPr>
              <a:t>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06040" y="1508760"/>
            <a:ext cx="1371600" cy="13716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6040" y="1508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new oil test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95928" y="2011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A900"/>
                </a:solidFill>
              </a:rPr>
              <a:t>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508760"/>
            <a:ext cx="1371600" cy="13716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1508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/ingest or UI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870448" y="2011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A900"/>
                </a:solidFill>
              </a:rPr>
              <a:t>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55080" y="1508760"/>
            <a:ext cx="1371600" cy="13716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1508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+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44968" y="2011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A900"/>
                </a:solidFill>
              </a:rPr>
              <a:t>►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0" y="1508760"/>
            <a:ext cx="1371600" cy="13716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1508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Re-score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19488" y="2011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A900"/>
                </a:solidFill>
              </a:rPr>
              <a:t>►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104120" y="1508760"/>
            <a:ext cx="1371600" cy="13716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04120" y="1508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Re-plan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30175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the UI: the rehearsal file re-scores 40 transformers. A worse unit's risk rises, its range narrows, and the next plan replaces it.</a:t>
            </a:r>
            <a:endParaRPr lang="en-US" sz="14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Panel said (12:00 review)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did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results should raise risk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= new oil test → loader → rebuild → re-score → re-plan; before/after table in the UI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 replacement / inspection costs and the budget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150k / 350k / 700k · inspect 10k / 15k / 25k · budget 5M (late drop 4M)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libraries for data, models, everything?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pandas/numpy · SQLite/SQLAlchemy · scikit-learn/joblib · FastAPI · Streamlit · pytest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is optional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Removed; requirements.txt pinned to the exact versions we tested with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edge case, handled on purpose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HCL traps were planted in our data, so each one can be shown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6309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Edge case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we handle 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oil test at all (38%)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has_oil_test feature · low confidence · wider range · health blank, never "healthy" · inspect first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 · model · plan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units with few tests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confidence (one test) · wide range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Look-alike pair: hospital vs rural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probability, very different impact → the hospital ranks far higher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dim_transformer · plan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jump from a unit change (ppb)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test ≥ 200× the unit's other tests → ÷1000 and flagged (found exactly the 3 planted)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repair resets the pattern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features use only tests from the month after the latest repair / failure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can't cover all high-risk units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knapsack takes the best risk per unit of money; the rest wait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Duplicates, messy IDs, gaps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strip().upper() · one row per key, last loaded wins · gaps stay NULL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Judges' files without our extra columns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rating_class → medium (flagged) · no event → 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silver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Renamed column · bad rows in uploads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COLUMN_ALIASES config · rows rejected with a reason · rollback if validation fails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interface: the engineer's workflow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run ui/app.py · calls the same functions as the API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066544" cy="4023360"/>
          </a:xfrm>
          <a:prstGeom prst="roundRect">
            <a:avLst>
              <a:gd name="adj" fmla="val 354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61872" y="1828800"/>
            <a:ext cx="640080" cy="64008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61872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65176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risk ranking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13232" y="34290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the risk? KPIs, ranked table, filters, low-confidence badges.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98064" y="1600200"/>
            <a:ext cx="2066544" cy="4023360"/>
          </a:xfrm>
          <a:prstGeom prst="roundRect">
            <a:avLst>
              <a:gd name="adj" fmla="val 354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11296" y="1828800"/>
            <a:ext cx="640080" cy="64008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11296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35224" y="265176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detail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62656" y="34290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Probability + range, health points per field, gas history with ppb fix and repairs.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47488" y="1600200"/>
            <a:ext cx="2066544" cy="4023360"/>
          </a:xfrm>
          <a:prstGeom prst="roundRect">
            <a:avLst>
              <a:gd name="adj" fmla="val 354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0" y="1828800"/>
            <a:ext cx="640080" cy="64008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184648" y="265176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plan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212080" y="34290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we do? Our plan vs replace-oldest, removed vs revealed risk, Approve.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296912" y="1600200"/>
            <a:ext cx="2066544" cy="4023360"/>
          </a:xfrm>
          <a:prstGeom prst="roundRect">
            <a:avLst>
              <a:gd name="adj" fmla="val 354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10144" y="1828800"/>
            <a:ext cx="640080" cy="64008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4072" y="265176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data &amp; what changed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461504" y="34290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inspection results → re-score → before/after → plan changes.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546336" y="1600200"/>
            <a:ext cx="2066544" cy="4023360"/>
          </a:xfrm>
          <a:prstGeom prst="roundRect">
            <a:avLst>
              <a:gd name="adj" fmla="val 354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259568" y="1828800"/>
            <a:ext cx="640080" cy="64008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59568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83496" y="265176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&amp; data quality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9710928" y="34290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card, reliability chart, every model tried, validation report.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the risk → why → what do we do → what changed → can we trust it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validated, including the AI's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 wrote most of the code; we specified the design and checked everything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 validation checks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423160" y="15087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423160" y="2286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97680" y="15087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36/36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297680" y="2286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data-spec checks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5486400" cy="3108960"/>
          </a:xfrm>
          <a:prstGeom prst="roundRect">
            <a:avLst>
              <a:gd name="adj" fmla="val 235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369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checked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621024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test proven by planting a leak · row counts at every join (validate="many_to_one") · two runs give identical tables · every UI screen run headless against the real model · every reported number read for plausibility.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09360" y="1463040"/>
            <a:ext cx="5303520" cy="4754880"/>
          </a:xfrm>
          <a:prstGeom prst="roundRect">
            <a:avLst>
              <a:gd name="adj" fmla="val 1538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5910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Mistakes we caught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1975104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Plan claimed "108.9% of risk removed": revealed risk was added to removed risk. Now reported separately.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 test passed for the wrong reason (missing column, not the future date). Fixed the test.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Scoring as of 2026-10-01 would have ignored the late-drop oil tests (dated Oct 1–10).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requirements pinned pandas 2.2.3; the code was tested on 3.0.0. Re-pinned.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 push added a nested repo pointer instead of the data. Removed.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Libraries, by job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standard stack: nothing to break on venue wifi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65760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Library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generation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numpy, pandas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synthetic fleet with planted edge cases, data card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pipeline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SQLite, SQLAlchemy, pandas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 / silver / gold, transactions, window-function SQL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scikit-learn, joblib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regression, boosting, imputation, pipelines, grouped CV, calibration, metrics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optimiser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Python (dynamic programming)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knapsack: explainable line by line, no solver needed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FastAPI, Uvicorn, Pydantic v2, python-multipart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/predict /plan /ingest /model/info /explain /health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+ charts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Streamlit, matplotlib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screens, gas history, reliability chart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pytest, httpx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 tests, including leakage and API contract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scales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and the shared feature function stay; only the engine underneath changes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83464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scale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SQLite, one file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PostgreSQL; bronze as Parquet partitioned by month; indexes on (transformer_id, test_date) and (transformer_id, month)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rebuild, ~3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incremental: watermark on _ingested_at, upsert into silver, only the new quarter's snapshots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SCD Type 1 (overwrite)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SCD Type 2 on dim_transformer: keep customer / size changes over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retrained by hand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monthly retraining, drift + calibration monitoring; versions already in dim_run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DP: 400 units × 1,000 budget steps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 programming (OR-Tools / PuLP) or greedy by value-per-cost for 10k+ units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Uvicorn process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 → several workers behind Nginx; nightly precomputed fact_risk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scores live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precomputed fact_risk; live scoring only for what-if questions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laptops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containers on a Linux server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more time, we would…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by impact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457200" cy="4572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4630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the 4-input model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1847088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+ gas/trend/load points beat age-only in CV (0.117 vs 0.105). Re-run the held-out test once.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572768"/>
            <a:ext cx="457200" cy="4572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72200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12280" y="14630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failure history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12280" y="1847088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mostly encodes age. Real outage records would give the gas signal its true weight.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26791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Time-to-failure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3063240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survival model for "how many months left", not just "fails within 12 months".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2788920"/>
            <a:ext cx="457200" cy="4572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6791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outcomes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3063240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what inspections actually find, so the value of an inspection is measured, not assumed.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005072"/>
            <a:ext cx="457200" cy="4572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88720" y="38953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+ Postgres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88720" y="4279392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Watermarked loads, SCD Type 2 history, nightly scoring: the scaling path on the previous slide.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4005072"/>
            <a:ext cx="457200" cy="4572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12280" y="38953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12280" y="4279392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on inputs, calibration over time, alerts when the model goes stale; retraining plan.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221224"/>
            <a:ext cx="457200" cy="4572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88720" y="51114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through the API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188720" y="5495544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serving path, authentication and roles (engineer approves, planner proposes).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72200" y="5221224"/>
            <a:ext cx="457200" cy="4572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72200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12280" y="51114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a miss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812280" y="5495544"/>
            <a:ext cx="4754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real outage costs per customer type instead of fixed weights; test sensitivity of the plan.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292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Trade-offs: what we chose, what we rejected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34440" y="841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Criterion: the simplest design that works, and why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468880"/>
                <a:gridCol w="4206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Chose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medallion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script raw →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replayable, auditable; quality enforced once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layer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star, conformed dimensions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3NF / snowflake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read-heavy: fewer joins win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 snapshots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/ yearly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every 6–12 months: monthly = duplicates, yearly = too few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rebuild (~3 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this size incremental only adds failure modes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boosting by default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failures; readable weights; boosting didn't win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Platt (sigmoid)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isotonic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isotonic overfits ~40 failures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uncertainty-based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% of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~23× cheaper: a fixed % inspects everything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functions as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→ HTTP →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copy of the logic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5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confirmed optional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you: questions?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057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Leakage-safe by design · honest about uncertainty · every decision explained and approved by a person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7DE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7DE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src.pipeline      # bronze → silver → gold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7DE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src.model         # train + evaluate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7DE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uvicorn src.api:app         # API  :8000/docs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7DE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ui/app.py     # UI   :8501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310896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AE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Unique0202: architecture, pipeline, features, loader, UI, README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AE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sreerajmahesh: synthetic data, FastAPI service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AE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abinavhub: models, validation, calibration, plan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Transformer Fleet Health &amp; Replacement Planning</dc:title>
  <dc:subject>PptxGenJS Presentation</dc:subject>
  <dc:creator>PptxGenJS</dc:creator>
  <cp:lastModifiedBy>PptxGenJS</cp:lastModifiedBy>
  <cp:revision>1</cp:revision>
  <dcterms:created xsi:type="dcterms:W3CDTF">2026-10-11T10:49:47Z</dcterms:created>
  <dcterms:modified xsi:type="dcterms:W3CDTF">2026-10-11T10:49:47Z</dcterms:modified>
</cp:coreProperties>
</file>